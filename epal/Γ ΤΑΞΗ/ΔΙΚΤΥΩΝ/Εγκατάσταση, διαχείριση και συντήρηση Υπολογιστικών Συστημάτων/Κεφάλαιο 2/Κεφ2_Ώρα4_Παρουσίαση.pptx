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 και παρουσίαση του θέματος.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Ρωτήστε πρώτα τι θα υποψιάζονταν (δίσκο, Windows, ιό) και μετά αποκαλύψτε.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Στόχοι §2.4.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Τα τροφοδοτικά ATX έχουν τυποποιημένες διαστάσεις και χωράνε σε κάθε θήκη ATX· το βάθος μπορεί να διαφέρει. Ψύχονται με δικό τους ανεμιστήρα.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έχετε παλιό τροφοδοτικό, δείξτε κάθε σύνδεσμο. Μετατροπέας Molex → SATA: για παλιά τροφοδοτικά με λίγα καλώδια SATA.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Μνημονικό: Κίτρινο = +12 (τα πιο «δυνατά» εξαρτήματα: επεξεργαστής, κάρτα γραφικών), Κόκκινο = +5, Πορτοκαλί = +3,3. Πηγή του πίνακα στο βιβλίο: Wikipedia (ATX).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 παλιά συστήματα οι σύνδεσμοι «κολλάνε» λόγω θερμοδιαστολών και οξείδωσης.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Ένα καλό τροφοδοτικό είναι «καλή επένδυση»: βοηθά τη σωστή λειτουργία και μπορεί να μείνει μετά από αναβαθμίσεις.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Για μεγαλύτερη ακρίβεια υπάρχουν online υπολογιστές ισχύος (PSU calculators). Στην εφαρμογή υπάρχει δικός μας υπολογιστής.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4η ΔΙΔΑΚΤΙΚΗ ΩΡΑ · §2.4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τροφοδοτικό ATX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2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υπολογιστής κάνει ξαφνικές επανεκκινήσεις και οι θύρες USB «χάνονται». Τι φταίει;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Συχνά φταίει το τροφοδοτικό! Πολλά «ανεξήγητα» προβλήματα οφείλονται σε μικρές αλλαγές τάσεων ή σε ανεπαρκή ισχύ όταν ο υπολογιστής δουλεύει πολύ.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85216" cy="585216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35024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18872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περιγράφετε τη λειτουργία του τροφοδοτικού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883664"/>
            <a:ext cx="585216" cy="585216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299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883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αναγνωρίζετε και να ονομάζετε τους συνδέσμους του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2578608"/>
            <a:ext cx="585216" cy="585216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72491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57860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αντιστοιχίζετε τάση με χρώμα καλωδίου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3273552"/>
            <a:ext cx="585216" cy="585216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41985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27355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υπολογίζετε την ισχύ που χρειάζεται ένας υπολογιστής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3968496"/>
            <a:ext cx="585216" cy="585216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11480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00200" y="396849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διαβάζετε προδιαγραφές και να συγκρίνετε τροφοδοτικά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κάνει το τροφοδοτικό (PSU)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Μετατρέπει το εναλλασσόμενο ρεύμα της πρίζας σε συνεχές ρεύμα για όλες τις συσκευές της κεντρικής μονάδας.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4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 V AC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Είσοδος: εναλλασσόμενο ρεύμα της πρίζας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280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+3,3 / +5 / +12 / −12 V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Έξοδοι συνεχούς ρεύματος (DC)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5696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4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±5%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Αποδεκτή απόκλιση τάσης, για φορτίο έως 70%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μια συσκευή θέλει άλλη τάση, τη δίνει ρυθμιστής τάσης πάνω στη μητρική.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Οι σύνδεσμοι του τροφοδοτικού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4663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Σύνδεσμος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Ακίδες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τροφοδοτεί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– μητρικής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(20 + 4)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Μητρική πλακέτα· οι 4 αποσπώνται για παλιές μητρικές 20 ακίδων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Σκληροί δίσκοι και οπτικοί οδηγοί SATA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Παλαιότερες συσκευές 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 επεξεργαστή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Βοηθητική τροφοδοσία επεξεργαστή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 – 8 ακίδων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Επεξεργαστής ή κάρτα γραφικών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(PEG)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Επιπλέον 12 V για κάρτες γραφικών PCI Express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Μονάδα δισκέτας (FDD)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βιβλίο ονομάζει «PEG» και τους συνδέσμους 12 V του επεξεργαστή· σήμερα λέγονται ATX12V / EPS12V (CPU 4+4) και το PEG (PCIe 6+2) αφορά μόνο κάρτες γραφικών.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Χρώματα καλωδίων (σύνδεσμος 24 ακίδων)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173736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Χρώμα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Τάση / σήμα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Χρώμα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Τάση / σήμα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A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Πορτοκαλί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+3,3 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Μαύρο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Γείωση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Κόκκινο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Πράσινο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Εκκίνηση (PS_ON)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Κίτρινο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Γκρι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Καλή λειτουργία (Power Good)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Μπλε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 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Μωβ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V αναμονής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Καφέ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+3,3 V (αίσθηση)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Ακίδα 20: κενή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Σύνδεση και αφαίρεση: να θυμάστε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σύνδεσμοι μπαίνουν μόνο με έναν τρόπο – λάθος σύνδεση = σχεδόν σίγουρη ζημιά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384048" cy="384048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64792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σύνδεσμοι 4, 6, 8 και 20/24 ακίδων έχουν ασφάλεια: την πιέζουμε για να βγουν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384048" cy="384048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41448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Ποτέ δεν τραβάμε με δύναμη ούτε από τα καλώδια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384048" cy="384048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18104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Σφιχτός σύνδεσμος: μικρές παλινδρομικές κινήσεις κατά μήκος του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94760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Πολλά προβλήματα λύνονται αν βγάλουμε και ξαναβάλουμε τον σύνδεσμο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Συμπτώματα κακής τροφοδοσίας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υπολογιστής δεν ξεκινά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Ξαφνικές επανεκκινήσεις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Δίσκοι και ανεμιστήρες δεν γυρίζουν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Αστοχίες εγγραφής δεδομένων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θύρες USB δυσλειτουργούν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Μυρωδιά καμένου πλαστικού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Καμένοι πυκνωτές στη μητρική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Διαβάζουμε τις προδιαγραφές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33731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1615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Μορφή (form factor)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16152" y="14447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ATX12V, τυπικά 150 × 86 × 140 χιλ.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045970"/>
            <a:ext cx="594360" cy="594360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19456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16152" y="200025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Μέγιστη ισχύς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16152" y="230200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Watt, π.χ. 500 W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03220"/>
            <a:ext cx="594360" cy="594360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05181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6152" y="28575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Τάση εισόδου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16152" y="31592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π.χ. 230 V AC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760470"/>
            <a:ext cx="594360" cy="594360"/>
          </a:xfrm>
          <a:prstGeom prst="ellipse">
            <a:avLst/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" y="390906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16152" y="371475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216152" y="401650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μέσος χρόνος μέχρι βλάβη, π.χ. 100.000 ώρες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663440" y="1188720"/>
            <a:ext cx="594360" cy="59436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133731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2239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Απόδοση – 80 PLUS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22392" y="14447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τουλάχιστον 80% σε φορτίο 20%, 50% και 100%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63440" y="2045970"/>
            <a:ext cx="594360" cy="59436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030" y="2194560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22392" y="200025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Κυκλώματα προστασίας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22392" y="230200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(υψηλό ρεύμα), OVP (υπέρταση), OLP (υψηλό φορτίο)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663440" y="2903220"/>
            <a:ext cx="594360" cy="59436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030" y="3051810"/>
            <a:ext cx="297180" cy="29718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22392" y="28575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Ανεμιστήρας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5422392" y="31592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έως 150 χιλ.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663440" y="3760470"/>
            <a:ext cx="594360" cy="59436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2030" y="3909060"/>
            <a:ext cx="297180" cy="2971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422392" y="371475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Σύνδεσμοι εξόδου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5422392" y="401650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π.χ. 1× 20+4, 1× CPU 4+4, 6× SATA</a:t>
            </a:r>
            <a:endParaRPr lang="en-US" sz="1250" dirty="0"/>
          </a:p>
        </p:txBody>
      </p:sp>
      <p:sp>
        <p:nvSpPr>
          <p:cNvPr id="36" name="Text 2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Πόση ισχύ χρειάζομαι; (παράδειγμα βιβλίου)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Αθροίζουμε την κατανάλωση όλων των συσκευών και προσθέτουμε 20%–40%: τα τροφοδοτικά αποδίδουν καλύτερα στο 60%–80% της μέγιστης ισχύος τους.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4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Άθροισμα συσκευών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7830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4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+ 120 W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περιθώριο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4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420 W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Απαιτούμενη ισχύς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7830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500–550 W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Επιλογή, με πρόβλεψη αναβαθμίσεων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Απόδοση 80% → το 20% γίνεται θερμότητα. Απόδοση 60% → χάνεται το 40%!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βιβλίο (2015) και σήμερα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τεχνολογία αλλάζει γρήγορα. Τι ισχύει σήμερα;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ΒΙΒΛΙΟ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ΣΗΜΕΡΑ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96796"/>
            <a:ext cx="365760" cy="219456"/>
          </a:xfrm>
          <a:prstGeom prst="rightArrow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Πρότυπο ATX12V v2.31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ATX 3.0 / 3.1: αντέχουν απότομες αιχμές ισχύος των καρτών γραφικών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09444"/>
            <a:ext cx="365760" cy="219456"/>
          </a:xfrm>
          <a:prstGeom prst="rightArrow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Κάρτες γραφικών με 6/8 ακίδες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Νέος σύνδεσμος 12V‑2x6 (16 ακίδες), έως 600 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022092"/>
            <a:ext cx="365760" cy="219456"/>
          </a:xfrm>
          <a:prstGeom prst="rightArrow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PLUS = τουλάχιστον 80%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Βαθμίδες Bronze, Silver, Gold, Platinum, Titanium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34740"/>
            <a:ext cx="365760" cy="219456"/>
          </a:xfrm>
          <a:prstGeom prst="rightArrow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 (δισκέτα) και Molex (IDE)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Σπάνια πια· οι δίσκοι M.2 παίρνουν ρεύμα από τη μητρική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47388"/>
            <a:ext cx="365760" cy="219456"/>
          </a:xfrm>
          <a:prstGeom prst="rightArrow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 αρθρωτά (non‑modular)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Συχνά modular: συνδέουμε μόνο τα καλώδια που χρειάζονται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Κεφ2_Ώρα4_Φύλλο_Εργασίας.docx και Κεφ2_Ώρα4_Εφαρμογή_Τροφοδοτικό.html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Χρώματα καλωδίων και σύνδεσμοι στην εφαρμογή, Σωστό/Λάθος.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Υπολογισμός ισχύος, συμπτώματα, σύγκριση 3 τροφοδοτικών.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Σενάρια, απόδοση και κόστος ρεύματος, online calculator.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2.4 · Το τροφοδοτικό ATX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V AC → +3,3 / +5 / +12 / −12 V DC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5282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38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Κίτρινο +12 · Κόκκινο +5 · Πορτοκαλί +3,3 · Μαύρο γείωση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1119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596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Ισχύς = άθροισμα + 20–40%, με πρόβλεψη αναβαθμίσεων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3F4A57"/>
          </a:solidFill>
          <a:ln w="12700">
            <a:solidFill>
              <a:srgbClr val="3F4A5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σύμπτωμα θα σας έκανε να υποψιαστείτε πρώτα το τροφοδοτικό και γιατί;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4 – Το τροφοδοτικό ATX</dc:title>
  <dc:subject>PptxGenJS Presentation</dc:subject>
  <dc:creator>PptxGenJS</dc:creator>
  <cp:lastModifiedBy>PptxGenJS</cp:lastModifiedBy>
  <cp:revision>1</cp:revision>
  <dcterms:created xsi:type="dcterms:W3CDTF">2026-09-16T20:32:04Z</dcterms:created>
  <dcterms:modified xsi:type="dcterms:W3CDTF">2026-09-16T20:32:04Z</dcterms:modified>
</cp:coreProperties>
</file>