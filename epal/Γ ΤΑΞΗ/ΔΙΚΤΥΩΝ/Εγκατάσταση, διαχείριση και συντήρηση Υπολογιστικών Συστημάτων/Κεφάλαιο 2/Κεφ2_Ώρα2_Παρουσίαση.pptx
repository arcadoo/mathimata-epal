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Αφόρμηση. Αφήστε τους να απαντήσουν ελεύθερα και γράψτε τις απαντήσεις. Θα τις συγκρίνουμε με τους 10 κανόνες του βιβλίου.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Στόχοι §2.2 (συνοπτικά).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έχετε κάποια από αυτά στο εργαστήριο, δείξτε 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κανόνες ισχύουν είτε για πλήρη αποσυναρμολόγηση είτε για μικρή επιδιόρθωση και προστατεύουν και τον τεχνικό και τη συσκευή.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πιο σημαντικό μήνυμα της ώρας.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υπάρχει ανοιχτή ΚΜ στην τάξη, δείξτε κάθε εξάρτημα. Εναλλακτικά, φωτογραφία εσωτερικού ΚΜ.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Σε θήκες χωρίς εργαλεία (toolless) οι κάρτες συγκρατούνται με πλαστικό έλασμα αντί για βίδα.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σύνδεση καλωδίων εξηγείται αναλυτικά στις επόμενες ώρες.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2η ΔΙΔΑΚΤΙΚΗ ΩΡΑ · §2.2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κεντρική μονάδα: ασφάλεια, αποσυναρμολόγηση και συναρμολόγηση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Θέλετε να αλλάξετε μια κάρτα στον υπολογιστή σας. Τι κάνετε ΠΡΙΝ πιάσετε το κατσαβίδι;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634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Ρεύμα;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33756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20440" y="34747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Φωτογραφίες;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12648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09360" y="347472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6347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Στατικός ηλεκτρισμός;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εφαρμόζετε αυστηρά τους κανόνες ασφάλειας πριν από κάθε παρέμβαση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174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057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επιλέγετε και να χρησιμοποιείτε τα κατάλληλα εργαλεία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0861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τις βασικές συσκευές μέσα στην κεντρική μονάδα (ΚΜ)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5478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794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αποσυναρμολογείτε και να συναρμολογείτε μια ΚΜ με τη σωστή σειρά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Απαραίτητος εξοπλισμός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E4F2EC"/>
          </a:solidFill>
          <a:ln w="19050">
            <a:solidFill>
              <a:srgbClr val="E4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Εργαλεία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Κατσαβίδια διαφόρων μεγεθών και τύπων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Μικρή πένσα, μυτοτσίμπιδο, κόπτης καλωδίων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Φακός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Δέστρες (δεματικά)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Πεπιεσμένος αέρας και υλικά καθαρισμού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E4F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Εξοπλισμός προστασίας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Γάντια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Γυαλιά προστασίας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Μάσκα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Βραχιόλι γείωσης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Αντιστατική επιφάνεια εργασίας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Κανόνες ασφάλειας – ΚΑΘΕ ΦΟΡΑ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0432" y="1188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Βγάζουμε ΚΑΙ το καλώδιο ρεύματος (δεν αρκεί ο διακόπτης)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548640" cy="54864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ανοίγουμε τροφοδοτικό και οθόνη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70432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Γάντια, γυαλιά, βραχιόλι γείωσης (ή γειωνόμαστε)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832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70432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Βγάζουμε κοσμήματα, βραχιόλια, ρολόι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690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70432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Καθαρός, άνετος χώρος εργασίας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663440" y="11887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32588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376672" y="1188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και μητρική: από τις άκρες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01168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376672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μαγνητισμένα εργαλεία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4663440" y="25603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69748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376672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εξαρτήματα το ένα πάνω στο άλλο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4663440" y="32461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383280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376672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Φύλαξη σε αντιστατικές συσκευασίες</a:t>
            </a:r>
            <a:endParaRPr lang="en-US" sz="1500" dirty="0"/>
          </a:p>
        </p:txBody>
      </p:sp>
      <p:sp>
        <p:nvSpPr>
          <p:cNvPr id="30" name="Shape 19"/>
          <p:cNvSpPr/>
          <p:nvPr/>
        </p:nvSpPr>
        <p:spPr>
          <a:xfrm>
            <a:off x="4663440" y="39319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069080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5376672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Χαλασμένα υλικά: ανακύκλωση, όχι σκουπίδια</a:t>
            </a:r>
            <a:endParaRPr lang="en-US" sz="1500" dirty="0"/>
          </a:p>
        </p:txBody>
      </p:sp>
      <p:sp>
        <p:nvSpPr>
          <p:cNvPr id="34" name="Text 2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7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9372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1168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αρκεί ο διακόπτης!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1234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Βγάζουμε ΚΑΙ το καλώδιο ρεύματος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2194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C9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δεν ανοίγουμε ποτέ τροφοδοτικό ή οθόνη.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8046720" cy="1508760"/>
          </a:xfrm>
          <a:prstGeom prst="roundRect">
            <a:avLst>
              <a:gd name="adj" fmla="val 7273"/>
            </a:avLst>
          </a:prstGeom>
          <a:solidFill>
            <a:srgbClr val="1B4D3E"/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97180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Γιατί;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διακόπτης μπορεί να έχει χαλάσει και η ΚΜ να έχει ακόμη ρεύμα. Τροφοδοτικό και οθόνη μπορούν να προκαλέσουν ατύχημα ακόμη και εκτός ρεύματος – η επισκευή τους δεν είναι δουλειά του τεχνικού υπολογιστών.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βρίσκουμε μέσα σε μια κεντρική μονάδα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9844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42417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Τροφοδοτικό ATX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Δίνει ρεύμα σε όλα τα εξαρτήματα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55748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29844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206" y="142417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41548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Μητρική πλακέτα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665476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Πάνω της συνδέονται όλα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54296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64024" y="129844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54" y="142417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0096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Σκληρός δίσκος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Αποθήκευση δεδομένων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52844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62572" y="129844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302" y="1424178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8644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Οδηγός οπτικών δίσκων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62572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/ DVD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305866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" y="318439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επέκτασης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66928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κάρτα γραφικών, κάρτα δικτύου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55748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665476" y="305866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1206" y="3184398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241548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Καλώδια τροφοδοσίας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665476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Ρεύμα προς τα επιμέρους συστήματα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54296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764024" y="305866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754" y="3184398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40096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Καλώδια πρόσοψης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764024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 μπροστινό μέρος της θήκης στη μητρική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752844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862572" y="3058668"/>
            <a:ext cx="502920" cy="502920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8302" y="3184398"/>
            <a:ext cx="251460" cy="2514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438644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Καλώδια δεδομένων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862572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τη μητρική σε δίσκους και οπτικούς οδηγούς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Αποσυναρμολόγηση: η σειρά του βιβλίου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Ρεύμα έξω, γείωση και φωτογραφίες του εσωτερικού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0688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6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5201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Αφαιρούμε τις κάρτες επέκτασης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27076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70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589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Αποσυνδέουμε καλώδια τροφοδοσίας, πρόσοψης και δεδομένων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7977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Αφαιρούμε το τροφοδοτικό (4 βίδες από πίσω)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39852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98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4365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Αφαιρούμε τη μητρική πλακέτα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96240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62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0753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Αφαιρούμε δίσκους και οπτικούς οδηγούς (προς τα πίσω)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Προσοχή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Πιάνουμε τα καλώδια από τον σύνδεσμο, όχι από το καλώδιο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Κάποιοι σύνδεσμοι έχουν ασφάλεια (μητρική, SATA)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Τροφοδοτικό: μόνο οι βίδες που το στερεώνουν στη θήκη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καλώδιο του ανεμιστήρα CPU δεν χρειάζεται να αφαιρεθεί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Κάρτα γραφικών: μπορεί να έχει ασφάλεια στη βάση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Συναρμολόγηση: περίπου η αντίστροφη πορεία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Τοποθετούμε και στερεώνουμε το τροφοδοτικό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64792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Τοποθετούμε τις μονάδες δίσκων (μπορούμε να βάλουμε πρώτα τα καλώδια δεδομένων)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41448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Τοποθετούμε και στερεώνουμε τη μητρική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Συνδέουμε καλώδια τροφοδοσίας, δεδομένων και πρόσοψης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9476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Τοποθετούμε τις κάρτες επέκτασης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1B4D3E"/>
          </a:solidFill>
          <a:ln w="12700">
            <a:solidFill>
              <a:srgbClr val="1B4D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Καλή πρακτική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Κινήσεις ελεγχόμενες, προσεκτικές, μετρημένες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Γάντια: οι λαμαρίνες κόβουν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απότομα τραβήγματα καλωδίων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Μετράμε τον χρόνο κάθε εργασίας – χρειάζεται για την τιμολόγηση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Οπτικός οδηγός σε κάθε ΚΜ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Σπάνιος· οι νέες θήκες συχνά δεν έχουν θέση 5,25″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Δίσκοι βιδωμένοι μπροστά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M.2 πάνω στη μητρική ή 2,5″ πίσω από το πλαίσιο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Κάρτα δικτύου ως κάρτα επέκτασης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και Wi‑Fi ενσωματωμένα στη μητρική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Κάρτα γραφικών με μία βίδα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Βαριές κάρτες με δικά τους καλώδια ρεύματος και στήριγμα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4F2EC"/>
          </a:solidFill>
          <a:ln w="12700">
            <a:solidFill>
              <a:srgbClr val="E4F2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Προσομοίωση Cisco σε Flash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Flash δεν λειτουργεί πια· υλικό Cisco στο netacad.com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Κεφ2_Ώρα2_Φύλλο_Εργασίας.docx και Κεφ2_Ώρα2_Εφαρμογή_Κεντρική_Μονάδα.html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Εργαλείο ή προστασία; Κανόνες ασφάλειας, εικόνες εσωτερικού ΚΜ.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Σειρά αποσυναρμολόγησης και συναρμολόγησης, βίντεο και σύγκριση με το βιβλίο.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Σενάρια, κοστολόγηση εργασίας, διάγραμμα ροής.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2.2 · Η κεντρική μονάδα: ασφάλεια, αποσυναρμολόγηση και συναρμολόγηση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Πρώτα ασφάλεια: ρεύμα έξω, γείωση, φωτογραφίες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Αποσυναρμολόγηση: κάρτες → καλώδια → τροφοδοτικό → μητρική → δίσκοι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Συναρμολόγηση: τροφοδοτικό → δίσκοι → μητρική → καλώδια → κάρτες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2A7A5F"/>
          </a:solidFill>
          <a:ln w="12700">
            <a:solidFill>
              <a:srgbClr val="2A7A5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είναι το πρώτο πράγμα που θα κάνετε την επόμενη φορά που θα ανοίξετε έναν υπολογιστή;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2 – Η κεντρική μονάδα: ασφάλεια, αποσυναρμολόγηση και συναρμολόγηση</dc:title>
  <dc:subject>PptxGenJS Presentation</dc:subject>
  <dc:creator>PptxGenJS</dc:creator>
  <cp:lastModifiedBy>PptxGenJS</cp:lastModifiedBy>
  <cp:revision>1</cp:revision>
  <dcterms:created xsi:type="dcterms:W3CDTF">2026-09-16T20:32:04Z</dcterms:created>
  <dcterms:modified xsi:type="dcterms:W3CDTF">2026-09-16T20:32:04Z</dcterms:modified>
</cp:coreProperties>
</file>