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Αφόρμηση: Ρωτήστε ποιος έχει καλέσει ποτέ τεχνική υποστήριξη (πάροχο Internet, κατάστημα). Πώς έγινε; Κρατήστε 2–3 ιστορίες για το κλείσιμο.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8: ο χρήστης αναφέρει με τηλέφωνο, email ή φόρμα. Η επίλυση ανάλογα με τη σοβαρότητα: εξ αποστάσεως, επιτόπια ή με μεταφορά του εξοπλισμού. Ρωτήστε: σπασμένη οθόνη laptop, ποιος τρόπος; (εργαστήριο).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Τα πέντε βήματα της σελ. 8. Θα τα ξαναβρούμε στον προσομοιωτή της Ώρας 4. Ρωτήστε: γιατί χρειάζεται το βήμα 4, αφού «έκανα τη δοκιμή»;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8–9: το TeamViewer είναι ένα από τα βασικά εργαλεία. Ο τεχνικός τρέχει την πλήρη έκδοση, ο χρήστης το QuickSupport και δίνει ID και κωδικό. Όλα τα δεδομένα μεταφέρονται κρυπτογραφημένα. Μειονέκτημα κατά το βιβλίο: δεν λειτουργεί όταν η βλάβη αφήνει το PC χωρίς Internet. Δείξτε μια σύνδεση ζωντανά στον προβολέα πριν το Επίπεδο 2 (δραστηριότητα 2 του βιβλίου).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Εκτός βιβλίου, αλλά πολύ χρήσιμο για ενήλικες (και για τους γονείς τους). Τα ίδια εργαλεία απομακρυσμένης σύνδεσης που χρησιμοποιεί ο τεχνικός τα χρησιμοποιούν και οι απατεώνες. Οι μεγάλες εταιρείες δεν τηλεφωνούν απρόσκλητες. Ρωτήστε αν κάποιος έχει δεχτεί τέτοιο τηλεφώνημα.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Ελέγξτε από πριν ότι το πρόγραμμα (TeamViewer QuickSupport ή AnyDesk) ανοίγει στα PC του εργαστηρίου. Αν δεν επιτρέπεται, κάντε τη σύνδεση μόνο επιδεικτικά από τον υπολογιστή του καθηγητή και οι μαθητές απαντούν στον πίνακα του 2.1 από την παρατήρηση.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Δραστηριότητα 1 του βιβλίου σε μορφή συζήτησης. Οι απαντήσεις οδηγούν φυσικά στο θέμα της επόμενης ώρας: συνήθως η διαφορά ήταν ο τρόπος επικοινωνίας.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188720" cy="11887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132027"/>
            <a:ext cx="570586" cy="5705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1 · ΩΡΑ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Τρόποι τεχνικής υποστήριξης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Τηλέφωνο, email, επίσκεψη ή… σύνδεση από άλλη πόλη;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Τεχνική Υποστήριξη Υπολογιστικών Συστημάτων &amp; Δικτυακών Υποδομών · Βιβλίο σελ. 7–9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ΣΕΛ.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Από την κλήση στη λύση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πελάτης αναφέρει το πρόβλημα με…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67128"/>
            <a:ext cx="777240" cy="7772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69210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0116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Τηλέφωνο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167128"/>
            <a:ext cx="777240" cy="7772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236921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0116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046720" y="20116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2167128"/>
            <a:ext cx="777240" cy="7772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2369210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20116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Φόρμα καταγραφής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6080760" y="3246120"/>
            <a:ext cx="0" cy="50292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…και ο τεχνικός το λύνει: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315968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451805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 αποστάσεως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 γραφείο του, μέσω Internet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41148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4315968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362" y="4518050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Επιτόπια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Πηγαίνει στον χώρο του πελάτη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46720" y="41148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4315968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402" y="4518050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3544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εργαστήριο</a:t>
            </a:r>
            <a:endParaRPr lang="en-US" sz="19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εξοπλισμός μεταφέρεται σε αυτόν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ΔΙΑΔΙΚΑΣΙΑ · ΣΕΛ.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Τα 5 βήματα κάθε επισκευής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48840" y="260604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187" y="232074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Εντοπισμός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είναι το πρόβλημα;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7408" y="260604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18688" y="201168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55" y="232074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1576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Τρόπος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715768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θα το λύσω;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65976" y="260604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77256" y="201168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323" y="2320747"/>
            <a:ext cx="570586" cy="5705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74336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Δοκιμή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974336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Εφαρμόζω τη λύση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24544" y="260604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735824" y="201168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891" y="2320747"/>
            <a:ext cx="570586" cy="5705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2904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Έλεγχος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232904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Δουλεύει τώρα;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994392" y="2011680"/>
            <a:ext cx="1188720" cy="11887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459" y="2320747"/>
            <a:ext cx="570586" cy="57058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491472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Καταγραφή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491472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Γράφω τι έκανα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4892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βήμα που όλοι ξεχνούν: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καταγραφή. Την επόμενη φορά που θα δεις το ίδιο πρόβλημα, θα το λύσεις σε 2 λεπτά.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ΑΠΟΜΑΚΡΥΣΜΕΝΗ ΥΠΟΣΤΗΡΙΞΗ · ΣΕΛ. 8–9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Πώς «μπαίνει» ο τεχνικός στον υπολογιστή σου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20240"/>
            <a:ext cx="1005840" cy="10058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998" y="21817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Χρήστης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ανοίγει QuickSupport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95360" y="173736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0" y="1920240"/>
            <a:ext cx="1005840" cy="10058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718" y="218175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953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Τεχνικός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ανοίγει TeamViewer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023360" y="21488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06240" y="2148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1 234 567 890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Κωδικός: x7k2p9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657600" y="3611880"/>
            <a:ext cx="48463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365760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χρήστης λέει το ID και τον κωδικό στο τηλέφωνο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43484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68680" y="4526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Γρήγορη λύση χωρίς μετακίνηση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Φθηνότερη για τον πελάτη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Και για εκπαίδευση ή παρουσιάσεις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172200" y="443484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92240" y="4526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Δεν λειτουργεί χωρίς Internet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Δεν φτιάχνει υλικό (σπασμένα)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Κίνδυνος αν δοθεί σε άγνωστο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ΠΡΟΣΟΧΗ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«ψεύτικος τεχνικός»: η πιο συχνή απάτη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«Σας παίρνουμε από τη Microsoft»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Απρόσκλητο τηλεφώνημα: «ο υπολογιστής σας έχει ιό»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92024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970" y="21342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Αναδυόμενο παράθυρο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566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Κόκκινη οθόνη, ήχος συναγερμού και «καλέστε αμέσως αυτό το τηλέφωνο»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92024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010" y="21342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Πληρωμή με κάρτες δώρου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566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Ζητούν πληρωμή με κάρτες δώρου, crypto ή στοιχεία κάρτας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Κανόνας: δίνω πρόσβαση στον υπολογιστή μου ΜΟΝΟ σε τεχνικό που κάλεσα εγώ.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ΕΡΓΑΣΤΗΡΙΟ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Φύλλο Εργασίας 2: διαλέγεις τον ρυθμό σου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071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1 · Ξεκινάω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όλους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Απομακρυσμένα, επιτόπια ή στο εργαστήριο;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5 βήματα στη σωστή σειρά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28800"/>
            <a:ext cx="685800" cy="68580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0071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2 · Προχωράω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όταν τελειώσεις το 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Σύνδεση σε ζευγάρια με TeamViewer / AnyDesk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Πλεονεκτήματα και μειονεκτήματα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75320" y="1828800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0071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9828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3 · Πρόκληση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909828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όσους θέλουν παραπάνω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Έρευνα: απάτες ψεύτικης υποστήριξης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Σύγκριση 3 προγραμμάτων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Οδηγίες για αρχάριο χρήστη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Αρχεία: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ΦΕ2 (Word)   ·   Αποθήκευση: Ctrl + S → ΦΕ2_Επώνυμο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90159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ΚΛΕΙΣΙΜΟ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Ποια ήταν η καλύτερη ή η χειρότερη τεχνική υποστήριξη που έχετε δεχτεί; Τι έκανε τη διαφορά;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Την επόμενη φορά: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Επικοινωνία με τον πελάτη: τι λέμε και πώς το λέμε (με προσομοιωτή κλήσεων).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Κεφ. 1 · Ώρα 2</dc:title>
  <dc:subject>PptxGenJS Presentation</dc:subject>
  <dc:creator>PptxGenJS</dc:creator>
  <cp:lastModifiedBy>PptxGenJS</cp:lastModifiedBy>
  <cp:revision>1</cp:revision>
  <dcterms:created xsi:type="dcterms:W3CDTF">2026-09-21T15:16:48Z</dcterms:created>
  <dcterms:modified xsi:type="dcterms:W3CDTF">2026-09-21T15:16:48Z</dcterms:modified>
</cp:coreProperties>
</file>