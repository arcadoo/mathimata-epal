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Στόχος: να εφαρμόζουν τη μεθοδολογία της τεχνικής υποστήριξης (τρίτος στόχος του κεφαλαίου).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Ψηφοφορία με χέρια πριν δείξετε κόστος/χρόνο (οι γραμμές με χρώμα). Συζητήστε: πόσες φορές το πρόβλημα ήταν «το καλώδιο»;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Σελ. 11–12: τα διαγράμματα ροής ως μέθοδος υποστήριξης. Στο Επίπεδο 1 του ΦΕ4 θα ψάξουν μόνοι τους τι σημαίνει κάθε σχήμα.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Απλοποιημένη εκδοχή του Σχ. 1.2 του βιβλίου (κάρτα γραφικών και οθόνη). Περάστε το μαζί με την τάξη με ένα σενάριο: «μετακομίσαμε τον υπολογιστή και η οθόνη είναι μαύρη». Το ίδιο σενάριο υπάρχει στον προσομοιωτή.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Σελ. 12–15: σελίδες με διαγράμματα ροής, FAQ και συχνά μηνύματα λάθους. Το βιβλίο τονίζει ότι είναι στα αγγλικά, άρα χρειάζονται τα αγγλικά ονόματα των εξαρτημάτων και η Google Μετάφραση. Δείξτε ζωντανά: δεξί κλικ → Μετάφραση στα Ελληνικά.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 προσομοιωτής μετρά ελέγχους και λάθη. Στα σενάρια 3–5 τονίστε ότι οι άχρηστοι έλεγχοι «κοστίζουν» χρόνο στον πελάτη. Δραστηριότητα 3 του βιβλίου.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Συζήτηση και σύνδεση με το Κεφάλαιο 2 (προβλήματα υλικού), όπου θα δούμε τα διαγράμματα στην πράξη.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188720" cy="11887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" y="1132027"/>
            <a:ext cx="570586" cy="5705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1 · ΩΡΑ 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Μεθοδολογία: σκέψου σαν τεχνικός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καλός τεχνικός δεν μαντεύει. Ελέγχει.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Τεχνική Υποστήριξη Υπολογιστικών Συστημάτων &amp; Δικτυακών Υποδομών · Βιβλίο σελ. 11–15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ΕΣΥ ΤΙ ΘΑ ΕΚΑΝΕΣ;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«Δεν ανοίγει». Τι ελέγχεις πρώτα;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822960" cy="8229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Αλλάζω τη μητρική πλακέτα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150 € και 2 ώρες δουλειά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011680"/>
            <a:ext cx="822960" cy="8229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063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Ξαναβάζω Windows από την αρχή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977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Χάνονται και τα αρχεία του πελάτη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011680"/>
            <a:ext cx="822960" cy="8229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Κοιτάζω αν είναι στην πρίζα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977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 και 10 δευτερόλεπτα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0749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Κανόνας: </a:t>
            </a:r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ξεκινάμε από τον πιο απλό και φθηνό έλεγχο και προχωράμε βήμα-βήμα.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ΔΙΑΓΡΑΜΜΑ ΡΟΗΣ (FLOW CHART)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Τέσσερα σχήματα, όλη η λογική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2011680" cy="11887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Αρχή / Τέλος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49040" y="1920240"/>
            <a:ext cx="2011680" cy="1188720"/>
          </a:xfrm>
          <a:prstGeom prst="diamond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Ερώτηση (ΝΑΙ/ΟΧΙ)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Ενέργεια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418320" y="2514600"/>
            <a:ext cx="173736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914400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Βέλος: ροή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2062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το χρησιμοποιούμε; </a:t>
            </a:r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Ακόμη και ένας άπειρος τεχνικός λύνει ένα άγνωστο πρόβλημα αν ακολουθήσει τις ερωτήσεις με τη σειρά. Στο Internet υπάρχουν έτοιμα διαγράμματα για τα περισσότερα συχνά προβλήματα (σελ. 11–12).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ΠΑΡΑΔΕΙΓΜΑ (ΟΠΩΣ ΤΟ ΣΧ. 1.2)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«Μαύρη οθόνη»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371600" cy="8229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Μαύρη οθόνη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38528" y="2560320"/>
            <a:ext cx="237744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94560" y="1874520"/>
            <a:ext cx="2194560" cy="1371600"/>
          </a:xfrm>
          <a:prstGeom prst="diamond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0" y="18745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Ανάβει το λαμπάκι της οθόνης;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7408" y="2560320"/>
            <a:ext cx="329184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4370832" y="2194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874520"/>
            <a:ext cx="2194560" cy="1371600"/>
          </a:xfrm>
          <a:prstGeom prst="diamond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8745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Είναι το καλώδιο στη σωστή υποδοχή;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67728" y="2560320"/>
            <a:ext cx="329184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931152" y="2194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874520"/>
            <a:ext cx="2194560" cy="1371600"/>
          </a:xfrm>
          <a:prstGeom prst="diamond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0" y="18745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Δουλεύει με άλλη οθόνη;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3291840"/>
            <a:ext cx="0" cy="73152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383280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ΟΧΙ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48840" y="40690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40280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Ρεύμα / κουμπί οθόνης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52160" y="3291840"/>
            <a:ext cx="0" cy="73152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943600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ΟΧΙ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40690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0600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Συνδέω σωστά το καλώδιο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12480" y="3291840"/>
            <a:ext cx="0" cy="73152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8503920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ΝΑΙ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69480" y="40690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60920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Χάλασε η οθόνη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528048" y="2560320"/>
            <a:ext cx="393192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9491472" y="2194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ΟΧΙ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966960" y="214884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58400" y="21488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Έλεγχος κάρτας γραφικών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ερώτηση «κόβει» τα πιθανά αίτια στη μέση. Σε 3 ερωτήσεις ξέρεις πού είναι η βλάβη.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ΣΕΛ. 12–15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Πού ψάχνει ο τεχνικός (όταν δεν ξέρει)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2103120"/>
          </a:xfrm>
          <a:prstGeom prst="roundRect">
            <a:avLst>
              <a:gd name="adj" fmla="val 521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Google: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bootable device found"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ψάχνω το μήνυμα λάθους αυτούσιο,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μέσα σε εισαγωγικά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949440" y="1828800"/>
            <a:ext cx="777240" cy="777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1522" y="2030882"/>
            <a:ext cx="373075" cy="373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0956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Έτοιμα διαγράμματα ροής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π.χ. fonerbooks.com/pcrepair.htm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949440" y="3200400"/>
            <a:ext cx="777240" cy="777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522" y="340248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909560" y="3154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Συχνά μηνύματα λάθους &amp; FAQ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909560" y="3611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 λειτουργικό, λογισμικό, υλικό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949440" y="4572000"/>
            <a:ext cx="777240" cy="777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522" y="477408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909560" y="4526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Αγγλικά + Google Μετάφραση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7909560" y="4983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περισσότερα είναι στα αγγλικά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4160520"/>
            <a:ext cx="6035040" cy="1783080"/>
          </a:xfrm>
          <a:prstGeom prst="roundRect">
            <a:avLst>
              <a:gd name="adj" fmla="val 615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" y="4160520"/>
            <a:ext cx="5577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Χρήσιμη λέξη: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motherboard = μητρική, power supply = τροφοδοτικό, hard drive = σκληρός δίσκος, graphics card = κάρτα γραφικών.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ΕΡΓΑΣΤΗΡΙΟ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Φύλλο Εργασίας 4: διαλέγεις τον ρυθμό σου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685800" cy="6858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0071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01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Επίπεδο 1 · Ξεκινάω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όλους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346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Προσομοιωτής: σενάρια 1–2 με διάγραμμα ροής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σχήματα του διαγράμματος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69164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1828800"/>
            <a:ext cx="685800" cy="68580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588" y="20071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9240" y="1801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Επίπεδο 2 · Προχωράω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34924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όταν τελειώσεις το 1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28346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Σενάρια 3–5 «για ειδικούς»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Ψάχνω ένα μήνυμα λάθους (αγγλικά)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8046720" y="169164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0" y="169164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75320" y="1828800"/>
            <a:ext cx="685800" cy="68580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00710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98280" y="1801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Επίπεδο 3 · Πρόκληση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909828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όσους θέλουν παραπάνω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321040" y="28346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Σχεδιάζω δικό μου διάγραμμα ροής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δοκιμάζω σε συμμαθητή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22960" y="5394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Αρχεία: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ΦΕ4 (Word)  +  πρόγραμμα diagnosi_vlavon.html   ·   Αποθήκευση: Ctrl + S → ΦΕ4_Επώνυμο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901598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ΚΛΕΙΣΙΜΟ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3172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Ποιος έλεγχος στα σενάρια ήταν «χάσιμο χρόνου»; Γιατί ο τεχνικός ξεκινά από το ρεύμα και τα καλώδια;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8463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Την επόμενη φορά: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Συμβόλαια υποστήριξης: πόσο κοστίζει η τεχνική υποστήριξη και ανακεφαλαίωση του κεφαλαίου.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Κεφ. 1 · Ώρα 4</dc:title>
  <dc:subject>PptxGenJS Presentation</dc:subject>
  <dc:creator>PptxGenJS</dc:creator>
  <cp:lastModifiedBy>PptxGenJS</cp:lastModifiedBy>
  <cp:revision>1</cp:revision>
  <dcterms:created xsi:type="dcterms:W3CDTF">2026-09-21T15:16:48Z</dcterms:created>
  <dcterms:modified xsi:type="dcterms:W3CDTF">2026-09-21T15:16:48Z</dcterms:modified>
</cp:coreProperties>
</file>