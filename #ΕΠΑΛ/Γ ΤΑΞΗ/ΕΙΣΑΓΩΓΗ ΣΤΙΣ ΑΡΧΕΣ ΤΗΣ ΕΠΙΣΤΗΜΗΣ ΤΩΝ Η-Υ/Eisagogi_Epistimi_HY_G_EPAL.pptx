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05840"/>
            <a:ext cx="2743200" cy="411480"/>
          </a:xfrm>
          <a:prstGeom prst="roundRect">
            <a:avLst>
              <a:gd name="adj" fmla="val 44444"/>
            </a:avLst>
          </a:prstGeom>
          <a:solidFill>
            <a:srgbClr val="1622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Γ' ΕΠΑ.Λ. • ΤΟΜΕΑΣ ΠΛΗΡΟΦΟΡΙΚΗΣ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
</a:t>
            </a:r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Επιστήμης των Υπολογιστών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απλοί χρήστες... δημιουργοί τεχνολογίας!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Πρακτικός προγραμματισμός, διαχείριση περιεχομένου και σύγχρονα ψηφιακά συστήματα.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1ο Μάθημα Γνωριμίας &amp; Παρουσίασης Ύλης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ΓΕΝΙΚΗ ΕΙΚΟΝΑ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3 Μεγάλοι Πυλώνες του Μαθήματος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Προγραμματισμός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Hands-on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Σύγχρονη &amp; κατανοητή σύνταξη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Η γλώσσα της AI &amp; Data Science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Αυτοματισμός εργασιών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 projects εφαρμογών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47872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Συστήματα 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&amp; Dynamic Sites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Συστήματα WordPress &amp; Joomla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εμπειρία χρήστη (UI)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E-shops &amp; ηλεκτρονικές φόρμες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Άμεση ζήτηση στην αγορά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&amp;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&amp; Security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επικοινωνεί το Internet (IP)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Αποθήκευση δεδομένων (SQL)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Βασικές αρχές κυβερνοασφάλειας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Προστασία συστημάτων &amp; χρηστών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ΚΕΦΑΛΑΙΑ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Υπολογιστικά Συστήματα &amp; Αρχιτεκτονική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συμβαίνει κάτω από το «καπό»;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σκέφτεται ο υπολογιστής: Bits, Bytes και αναπαράσταση πληροφορίας.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Κεντρική Μονάδα Επεξεργασίας (CPU) και κύκλος εντολής.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Ο ρόλος της RAM και γιατί καθορίζει την απόκριση του συστήματος.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Κάρτες γραφικών (GPU): Από το gaming στην εκπαίδευση μοντέλων 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Πρακτική Σύνδεση με τον Κόσμο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επιλέγουμε σωστά hardware ανάλογα με τη χρήση (Gaming vs Server vs Dev PC).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Κατανόηση των specifications για επαγγελματικές προμήθειες.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Διάγνωση βασικών προβλημάτων υλικού και bottlenecks στο σύστημα.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Αλγόριθμοι: Το Υπερόπλο της Λογικής Σκέψης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Πρόβλημα στη Λύση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Τι είναι τελικά ο αλγόριθμος; Μια αυστηρή ακολουθία σαφών βημάτων.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Κριτήρια ενός σωστού αλγορίθμου (περατότητα, καθοριστικότητα, είσοδος/έξοδος).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Αναπαράσταση με Διαγράμματα Ροής &amp; Ψευδογλώσσα πριν γράψουμε κώδικα.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κρύβονται γύρω μας;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 &amp; Google Maps: Εύρεση της συντομότερης διαδρομής σε δευτερόλεπτα (Dijkstra).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Μηχανές Αναζήτησης: Πώς ταξινομούνται δισεκατομμύρια αποτελέσματα.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feeds: Πώς επιλέγεται το επόμενο βίντεο που θα δεις.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Προγραμματισμός με Python στο Εργαστήριο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Python στη Γ' ΕΠΑ.Λ.;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#1 γλώσσα προγραμματισμού παγκοσμίως σε δημοφιλία.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Καθαρή, ευανάγνωστη σύνταξη που μοιάζει με απλά αγγλικά.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Χρησιμοποιείται από Google, YouTube, Spotify, Netflix και NASA.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Άμεση εφαρμογή σε Data Science &amp; Machine Learning.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γράψουμε στην πράξη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Μεταβλητές, αριθμητικοί υπολογισμοί και είσοδος δεδομένων.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Λήψη αποφάσεων με συνθήκες (if - elif - else).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Επαναλήψεις (for, while) για αυτοματισμούς μαζικών δεδομένων.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Συναρτήσεις (def) και διαδραστικά mini-projects κονσόλας.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Βάσεις Δεδομένων &amp; Πληροφοριακά Συστήματα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Δεδομένα ως Κινητήριος Δύναμη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δεν αρκούν απλά αρχεία Excel σε μεγάλες εφαρμογές;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Σχεσιακές Βάσεις Δεδομένων: Πίνακες, Πεδία, Εγγραφές και Πρωτεύοντα Κλειδιά.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Εισαγωγή στην SQL: Πώς ανακτούμε άμεσα ακριβώς την πληροφορία που χρειαζόμαστε.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Πρακτικό Παράδειγμα: E-Shop &amp; Delivery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συνδέεται ένας Χρήστης με την Παραγγελία και τα Προϊόντα;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Ακεραιότητα δεδομένων (να μην χαθεί παραγγελία αν πέσει το ρεύμα).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Βάσεις δεδομένων στα σύγχρονα πληροφοριακά συστήματα επιχειρήσεων (ERP).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Υπολογιστών: Πώς Επικοινωνεί ο Κόσμος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Καλώδιο στο Παγκόσμιο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Δομή τοπικών δικτύων (LAN) και ευρείας περιοχής (WAN).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Διευθύνσεις IP &amp; Υποδίκτυα: Η ψηφιακή «ταυτότητα» κάθε συσκευής.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Το μοντέλο TCP/IP και πώς ένα μήνυμα σπάει σε μικρά πακέτα δεδομένων.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DNS: Πώς τα URLs μετατρέπονται σε αριθμητικές IP.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Εργαστηριακή Πράξη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Εκτέλεση εργαλείων γραμμής εντολών: ping, traceroute, ipconfig.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Διάγνωση βλάβης δικτύου σε υπολογιστές εργαστηρίου.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Βασικές ρυθμίσεις router και κατανόηση Wi-Fi παραμέτρων.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Διαδίκτυο &amp; Συστήματα Διαχείρισης Περιεχομένου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Δύναμη των CMS (WordPress κ.ά.)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Πάνω από το 40% του παγκόσμιου web βασίζεται σε CMS.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Δημιουργία επαγγελματικών ιστοσελίδων χωρίς χιλιάδες γραμμές κώδικα.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Διαχωρισμός περιεχομένου, εμφάνισης (θέματα) και λειτουργικότητας (πρόσθετα).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Ρόλοι χρηστών (Administrator, Editor, Author).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Δεξιότητα Άμεσης Επαγγελματικής Αξίας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Σχεδίαση ιστοσελίδων που προσαρμόζονται αυτόματα σε κινητά (Responsive Design).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Στήσιμο λειτουργικού blog, εταιρικής σελίδας ή e-shop στο εργαστήριο.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Freelancing και κατασκευή sites για τοπικές επιχειρήσεις.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Ασφάλεια, Social Media &amp; Ψηφιακή Ηθική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Σύγχρονες Ψηφιακές Απειλές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Κακόβουλο λογισμικό (Malware, Ransomware, Spyware).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Κοινωνική Μηχανική (Social Engineering) &amp; Phishing επιθέσεις.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υποκλέπτονται διαπιστευτήρια σε μη ασφαλή δίκτυα.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Ψηφιακό αποτύπωμα στα Social Media και προστασία απορρήτου.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Ψηφιακής Υγιεινής (Cyber Hygiene)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Έλεγχος ταυτότητας δύο παραγόντων (2FA / MFA).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Κρυπτογράφηση επικοινωνιών (HTTPS, VPN).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managers και αποφυγή κοινών κωδικών.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Αναγνώριση ύποπτων links και μηνυμάτων.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914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ΟΔΙΚΟΣ ΧΑΡΤΗΣ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θα δουλέψουμε φέτος στο Εργαστήριο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στις Αρχές της Επιστήμης των Η/Υ | Γ' ΕΠΑ.Λ.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Σύνταξη, μεταβλητές, έλεγχος ροής και πρώτα scripts.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Συναρτήσεις, λίστες, αλγόριθμοι και εφαρμογές κονσόλας.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CMS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Στήσιμο ιστοσελίδας σε WordPress, μενού &amp; responsive δομή.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ΒΗΜΑ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Δίκτυα &amp; Lab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Ρυθμίσεις IP, διάγνωση και βασική ασφάλεια συστημάτων.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7680960" cy="777240"/>
          </a:xfrm>
          <a:prstGeom prst="roundRect">
            <a:avLst>
              <a:gd name="adj" fmla="val 17647"/>
            </a:avLst>
          </a:prstGeom>
          <a:solidFill>
            <a:srgbClr val="1622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 μας φέτος: Λιγότερη αποστήθιση, περισσότερη δημιουργία και πράξη στον υπολογιστή!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συστήματα και ξεκινάμε!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Γ' ΕΠΑ.Λ. - Τομέας Πληροφορικής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Εισαγωγή στις Αρχές της Επιστήμης των Η/Υ</dc:title>
  <dc:subject>PptxGenJS Presentation</dc:subject>
  <dc:creator>Καθηγητής Πληροφορικής ΕΠΑ.Λ.</dc:creator>
  <cp:lastModifiedBy>Καθηγητής Πληροφορικής ΕΠΑ.Λ.</cp:lastModifiedBy>
  <cp:revision>1</cp:revision>
  <dcterms:created xsi:type="dcterms:W3CDTF">2026-09-14T13:15:31Z</dcterms:created>
  <dcterms:modified xsi:type="dcterms:W3CDTF">2026-09-14T13:15:31Z</dcterms:modified>
</cp:coreProperties>
</file>