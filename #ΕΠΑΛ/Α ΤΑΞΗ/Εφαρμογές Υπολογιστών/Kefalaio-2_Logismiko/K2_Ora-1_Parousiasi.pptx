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Σύνδεσε με το Κεφάλαιο 1: είδαν το υλικό, τώρα το άυλο. Η στοίβα στα δεξιά είναι η εικόνα 2.1 του βιβλίου — θα την ξαναδούν στη διαφάνεια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Ίδια δομή με το Κεφάλαιο 1 — οι ενήλικες την αναγνωρίζουν πια και ξέρουν τι να περιμένουν.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 όρος του βιβλίου είναι «πηγαίος κώδικας» και «γλώσσα μηχανής». Μην μπεις σε βάθος — θα το ξαναδούν στα κεφάλαια 6 και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Αυτή είναι η εικόνα 2.1 του βιβλίου. Τόνισε ότι το ΛΣ υπάρχει ακριβώς για να μη χρειάζεται ο προγραμματιστής του Word να ξέρει τι δίσκο έχετε.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βιβλίο λέει ρητά ότι το ΛΣ είναι «ενδιάμεσο επίπεδο λογικής διασύνδεσης μεταξύ λογισμικού και υλικού». Η καθημερινή μετάφραση: ο διαχειριστής της πολυκατοικίας.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Άνοιξε ζωντανά τη Γραμμή εντολών (Windows+R, cmd) και γράψε dir. Δείξε ότι είναι το ίδιο περιεχόμενο με την Εξερεύνηση αρχείων, άλλος φλοιός. Οι μεγαλύτεροι στο τμήμα ίσως θυμούνται MS-DOS — ρώτα.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Στο Μέρος Γ του φύλλου θα αντιστοιχίσουν σενάρια με είδη. Μην τα απομνημονεύσουν — αρκεί να καταλάβουν ότι το ΛΣ φτιάχνεται για τη δουλειά που θα κάνει.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Σύνδεσε με τη ζωή τους: ρώτα ποιο πρόγραμμα χρησιμοποιούν στη δουλειά τους και σε τι κατηγορία θα το έβαζαν. Θα το ξαναπιάσετε στην επόμενη ώρα.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Πολύ πρακτική διαφάνεια για ενήλικες. Στο Μέρος Β θα ελέγξουν αν το AutoCAD τρέχει στον υπολογιστή του εργαστηρίου — είναι δραστηριότητα του ίδιου του βιβλίου.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Ίδιοι κανόνες με το Κεφάλαιο 1. Αν κάποιος φοβάται τη μαύρη οθόνη της γραμμής εντολών, πες του ότι οι εντολές του Β1 μόνο διαβάζουν — δεν αλλάζουν τίποτα.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ΚΕΦΑΛΑΙΟ 2   ·   1η ΑΠΟ 2 ΔΙΔΑΚΤΙΚΕΣ ΩΡΕΣ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914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Λογισμικό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κομμάτι του υπολογιστή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που δεν μπορείς να πιάσεις.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Την προηγούμενη φορά ανοίξαμε το κουτί.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Σήμερα βλέπουμε τι το κάνει να δουλεύει.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Α΄ Εσπερινού ΕΠΑ.Λ.  ·  Εφαρμογές Πληροφορικής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0136" y="166420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33872" y="166420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07608" y="166420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41848" y="1938528"/>
            <a:ext cx="2816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ΧΡΗΣΤΗΣ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ΕΦΑΡΜΟΓΕΣ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ΛΕΙΤΟΥΡΓΙΚΟ ΣΥΣΤΗΜΑ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ΥΛΙΚΟ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θα κάνουμε αυτή την ώρα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362456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362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325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Μια ερώτηση για αρχή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θα έκανε ο υπολογιστής σας χωρίς λογισμικό;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21408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0848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λειτουργικό σύστημα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359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Πυρήνας, φλοιός, τι ακριβώς κάνει το ΛΣ για εσάς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88036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284378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Στον υπολογιστή σας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118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Φύλλο Εργασίας 1 — σε τρία επίπεδα, ο καθένας στον ρυθμό του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639312"/>
            <a:ext cx="457200" cy="457200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6027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κρατάμε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8770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Τρία πράγματα και μία απορία ο καθένας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ΑΦΟΡΜΗΣΗ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Ένας υπολογιστής χωρίς λογισμικό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72768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Έχει επεξεργαστή, μνήμη, δίσκο, οθόνη — όλα όσα είδαμε την προηγούμενη φορά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δεν κάνει απολύτως τίποτα. Ούτε καν ανάβει σωστά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Λογισμικό είναι όλα τα προγράμματα: οι εντολές που λένε στο υλικό τι να κάνει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Γράφονται σε γλώσσα κοντά στη δική μας και μεταφράζονται σε γλώσσα μηχανής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01568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1EDFE"/>
          </a:solidFill>
          <a:ln w="12700">
            <a:solidFill>
              <a:srgbClr val="F1ED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520440"/>
            <a:ext cx="42611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εικόνα: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υλικό είναι το μουσικό όργανο. Το λογισμικό είναι η παρτιτούρα. Χωρίς παρτιτούρα, το πιάνο είναι ένα ακριβό έπιπλο.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94960" y="1572768"/>
            <a:ext cx="3246120" cy="2514600"/>
          </a:xfrm>
          <a:prstGeom prst="roundRect">
            <a:avLst>
              <a:gd name="adj" fmla="val 2909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14416" y="177393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88152" y="177393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1888" y="177393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96128" y="2048256"/>
            <a:ext cx="28620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Ο προγραμματιστής γράφει: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print("Γεια σου")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μηχανή εκτελεί: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10110000 01100001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10110010 01001000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 ·  Η ΔΙΑΣΤΡΩΜΑΤΩΣΗ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Τέσσερα επίπεδα, το ένα πάνω στο άλλο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0924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4173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ΕΣΕΙΣ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417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χρήστης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41732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Πατάτε ένα κουμπί. Δεν χρειάζεται να ξέρετε τίποτα από τα παρακάτω.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80924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07568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ΠΑΝΩ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0756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Λογισμικό εφαρμογών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07568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browser, παιχνίδια. Ό,τι εγκαθιστάτε εσείς για τη δουλειά σας.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34056"/>
            <a:ext cx="80924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273405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3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ΜΕΣΗ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27340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Λογισμικό συστήματος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73405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λειτουργικό σύστημα, οι οδηγοί συσκευών, τα βοηθητικά προγράμματα.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392424"/>
            <a:ext cx="80924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39242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ΚΑΤΩ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33924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Υλικό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339242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επεξεργαστής, η μνήμη, ο δίσκος. Το κεφάλαιο 1.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41648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F1EDFE"/>
          </a:solidFill>
          <a:ln w="12700">
            <a:solidFill>
              <a:srgbClr val="F1ED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160520"/>
            <a:ext cx="7690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επίπεδο μιλάει μόνο με το από πάνω και το από κάτω του.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Γι' αυτό το ίδιο Word τρέχει σε δέκα διαφορετικούς υπολογιστές.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 ·  ΛΕΙΤΟΥΡΓΙΚΟ ΣΥΣΤΗΜΑ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κάνει για εσάς το ΛΣ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Μοιράζει τους πόρους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 πρόγραμμα παίρνει πόση μνήμη και πόσο χρόνο στην ΚΜΕ — κάθε κλάσμα δευτερολέπτου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032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Συντονίζει τις εργασίες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91032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Κρατάει είκοσι προγράμματα ανοιχτά χωρίς να μπερδεύονται μεταξύ τους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Μιλάει με το υλικό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Ξέρει πώς να γράψει στον δικό σας δίσκο και πώς να τυπώσει στον δικό σας εκτυπωτή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032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Προστατεύει τον προγραμματιστή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κατασκευαστής μιας εφαρμογής δεν χρειάζεται να ξέρει το υλικό σας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E8F6FD"/>
          </a:solidFill>
          <a:ln w="12700">
            <a:solidFill>
              <a:srgbClr val="E8F6F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096512"/>
            <a:ext cx="7690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Όλα τα υπολογιστικά συστήματα έχουν ΛΣ.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υπερυπολογιστής, ο υπολογιστής σας, το κινητό σας, η παιχνιδομηχανή, το πλυντήριο. Απλώς δεν το βλέπετε πάντα.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 ·  ΠΥΡΗΝΑΣ ΚΑΙ ΦΛΟΙΟΣ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229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πυρήνας δουλεύει. Ο φλοιός σας μιλάει.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Πυρήνας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39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8716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πιο σημαντικό μέρος του ΛΣ. Κάνει όλη τη δουλειά και δεν τον βλέπετε ποτέ. Αν σταματήσει, σταματάει το πάν.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Φλοιός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139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8716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κομμάτι που βλέπετε και πατάτε. Είτε με παράθυρα και ποντίκι, είτε γράφοντας εντολές σε μαύρη οθόνη.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οι δύο μορφές φλοιού υπάρχουν ακόμα.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γραφικό περιβάλλον είναι εύκολο. Η γραμμή εντολών είναι γρήγορη και αυτοματοποιείται — στο Μέρος Β θα τη δοκιμάσετε.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A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 ·  ΚΑΤΗΓΟΡΙΕΣ ΛΣ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Πέντε είδη, ανάλογα με τη δουλειά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99616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4173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Πραγματικού χρόνου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4173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Απαντάει μέσα σε εγγυημένο χρόνο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41732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Αερόσακος, ιατρικά μηχανήματα, εργοστάσιο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020824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103120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02082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Πολλών χρηστών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02082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Πολλοί άνθρωποι στο ίδιο μηχάνημα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02082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Εξυπηρετητής εταιρείας, παλιά κεντρικά συστήματα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624328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2706624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26243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Πολυδιεργασιακά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26243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Πολλά προγράμματα ταυτόχρονα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262432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υπολογιστής μπροστά σας, το κινητό σας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227832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310128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322783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Κατανεμημένα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322783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Πολλοί υπολογιστές σαν ένας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322783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Κέντρα δεδομένων, το νέφος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831336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3913632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3232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207008" y="38313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Ενσωματωμένα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3566160" y="38313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Λίγοι πόροι, μία δουλειά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0" y="383133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Πλυντήριο, router, έξυπνο ρολόι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 ·  ΛΟΓΙΣΜΙΚΟ ΕΦΑΡΜΟΓΩΝ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γυμνός υπολογιστής κάνει ελάχιστα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72768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Μαζί με το ΛΣ έρχονται λίγα προγραμματάκια: Σημειωματάριο, Αριθμομηχανή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Ό,τι άλλο χρειάζεστε, το βάζετε εσείς. Αυτό είναι το λογισμικό εφαρμογών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άνθρωπος χρειάζεται διαφορετικό συνδυασμό — γι' αυτό δεν έρχονται όλα μαζί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Έτσι ο ίδιος υπολογιστής γίνεται γραφείο, στούντιο ή ταμείο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593592"/>
            <a:ext cx="42611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Μέρος Α θα μετρήσετε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πόσα προγράμματα είναι ήδη εγκατεστημένα στον υπολογιστή που έχετε μπροστά σας. Ο αριθμός συνήθως εκπλήσσει.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94960" y="1572768"/>
            <a:ext cx="3246120" cy="2514600"/>
          </a:xfrm>
          <a:prstGeom prst="roundRect">
            <a:avLst>
              <a:gd name="adj" fmla="val 2909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14416" y="177393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88152" y="177393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1888" y="177393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96128" y="2048256"/>
            <a:ext cx="28620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Ο ίδιος υπολογιστής: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Word        = γραφείο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Photoshop   = στούντιο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AutoCAD     = σχεδιο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ταμειακή    = μαγαζί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Ίδιο υλικό. Άλλη δουλειά.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 ·  ΠΡΙΝ ΤΟ ΕΓΚΑΤΑΣΤΗΣΕΙΣ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Θα τρέξει στον υπολογιστή μου;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Ελάχιστες απαιτήσεις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κατώτατο όριο για να ανοίξει. Θα τρέχει — αλλά με το ζόρι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032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Προτεινόμενες απαιτήσεις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91032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 που χρειάζεται πραγματικά για να δουλέψετε άνετα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Συμβατότητα με το ΛΣ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Πρόγραμμα για Windows δεν τρέχει σε Mac, και το αντίστροφο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032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Κόστος άδειας χρήσης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Μία φορά ή συνδρομή; Για πόσους υπολογιστές; Υπάρχει δωρεάν εναλλακτική;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8092440" cy="804672"/>
          </a:xfrm>
          <a:prstGeom prst="roundRect">
            <a:avLst>
              <a:gd name="adj" fmla="val 9091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995928"/>
            <a:ext cx="7690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C2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Δοκιμάστε πριν πληρώσετε.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περισσότερα επαγγελματικά προγράμματα δίνουν δοκιμαστική έκδοση (trial). Και διαβάστε κριτικές — όχι μόνο τη σελίδα του κατασκευαστή.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ΤΩΡΑ ΣΤΟΝ ΥΠΟΛΟΓΙΣΤΗ ΣΑΣ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914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Φύλλο Εργασίας 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83080"/>
            <a:ext cx="402336" cy="40233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δικό μου λογισμικό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6151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 ΛΣ έχετε, τι τρέχει αυτή τη στιγμή και πόσα προγράμματα είναι εγκατεστημένα.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783080"/>
            <a:ext cx="402336" cy="40233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112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άλλος φλοιός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26151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Δοκιμάζετε τη γραμμή εντολών και ελέγχετε αν το AutoCAD θα έτρεχε εδώ.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783080"/>
            <a:ext cx="402336" cy="402336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544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Πρόκληση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6151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Είδη ΛΣ, κόστος αδειών, και μέχρι πότε υποστηρίζεται ο υπολογιστής σας.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749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Α το κάνουν όλοι.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Β και το Γ όποιος προλάβει. Όποιος τελειώσει το Γ βοηθάει τον διπλανό του — εξηγώντας, χωρίς να πιάνει το ποντίκι του.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Λογισμικό — 1η ώρα</dc:title>
  <dc:subject>PptxGenJS Presentation</dc:subject>
  <dc:creator>Chris</dc:creator>
  <cp:lastModifiedBy>Chris</cp:lastModifiedBy>
  <cp:revision>1</cp:revision>
  <dcterms:created xsi:type="dcterms:W3CDTF">2026-09-16T15:17:37Z</dcterms:created>
  <dcterms:modified xsi:type="dcterms:W3CDTF">2026-09-16T15:17:37Z</dcterms:modified>
</cp:coreProperties>
</file>