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Καλωσόρισμα. Τόνισε ρητά ότι δεν προϋποτίθεται καμία γνώση και ότι στο τέλος της ώρας θα έχουν συμπληρώσει τα στοιχεία ΤΟΥ ΔΙΚΟΥ ΤΟΥΣ υπολογιστή. Αν υπάρχει παλιά κεντρική μονάδα/μητρική/RAM, βάλ' τα στο τραπέζι από τώρα — οι ενήλικες θέλουν να τα πιάσουν.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 χρόνος στον πίνακα βοηθάει τους ενήλικες — ξέρουν πού πάνε. Πες ρητά ότι το φύλλο εργασίας έχει τρία επίπεδα και ΔΕΝ χρειάζεται να τα κάνουν όλοι όλα.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Άσε τους να πουν δυνατά. Γράψε στον πίνακα όσα λένε. Ενήλικες με εμπειρία ζωής βρίσκουν παραδείγματα που δεν σκέφτεσαι — ταμειακή μηχανή, αντλία βενζίνης, καρδιολογικό μηχάνημα. Αυτό δίνει αξία στη δική τους εμπειρία από το πρώτο λεπτό.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Ζήτα τους να βρουν τα τέσσερα βήματα σε μια συσκευή που χρησιμοποιούν στη δουλειά τους. Λειτουργεί πολύ καλά με ενήλικες που δουλεύουν σε μαγαζί, συνεργείο ή νοσοκομείο.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Μη μπεις σε λεπτομέρεια. Το ζητούμενο είναι να καταλάβουν ότι πρόγραμμα και δεδομένα μένουν στο ίδιο μέρος. Παράδειγμα: το ίδιο κουτί σήμερα γράφει κείμενο και αύριο παίζει βίντεο — χωρίς κατσαβίδι.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έχεις πραγματική μητρική, τώρα είναι η στιγμή να κυκλοφορήσει στα θρανία. Δείξε φυσικά πού είναι η υποδοχή CPU και οι RAM. Μισό λεπτό αγγίγματος αξίζει όσο πέντε διαφάνειες.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αναλογία της κουζίνας δουλεύει εξαιρετικά με ενήλικες. Κράτησέ την — θα την ξαναχρησιμοποιήσεις στην επόμενη ώρα για την ιεραρχία μνήμης (ο πάγκος, το ψυγείο, η αποθήκη).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νούμερο του αιώνα: ένας αιώνας έχει περίπου 3,15 δισεκατομμύρια δευτερόλεπτα — άρα ένας κύκλος ανά δευτερόλεπτο επί έναν αιώνα ισοδυναμεί περίπου με ένα δευτερόλεπτο λειτουργίας στα 3 GHz. Είναι σωστό και εντυπωσιάζει.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Πρακτικότατη διαφάνεια για ενήλικες — πολλοί έχουν αγοράσει ή θα αγοράσουν υπολογιστή. Πες ότι στο Μέρος Β θα αποκωδικοποιήσουν το όνομα του δικού τους επεξεργαστή.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Πες το δυνατά: κανείς δεν μένει πίσω και κανείς δεν περιμένει. Μοίρασε τα ζευγάρια μεικτά (έναν έμπειρο με έναν αρχάριο) και δήλωσε ρητά ότι ο έμπειρος ΔΕΝ πατάει το ποντίκι του άλλου — μόνο λέει.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ΚΕΦΑΛΑΙΟ 1   ·   1η ΑΠΟ 2 ΔΙΔΑΚΤΙΚΕΣ ΩΡΕΣ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Υλικό Υπολογιστών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υπάρχει μέσα στο κουτί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τι κάνει το καθένα.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χρειάζεται να ξέρετε τίποτα από πριν.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δείξουμε εδώ, θα το δείτε μετά στον δικό σας υπολογιστή.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Α΄ Εσπερινού ΕΠΑ.Λ.  ·  Εφαρμογές Πληροφορικής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40680" y="14630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0136" y="16642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33872" y="16642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07608" y="16642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41848" y="1938528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Επεξεργαστής : ?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Μνήμη RAM    : ?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Πυρήνες      : ?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Σε 45 λεπτά θα ξέρετε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να τα συμπληρώσετε.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κάνουμε αυτή την ώρα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362456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62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325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ερώτηση για αρχή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Πόσοι υπολογιστές σας άγγιξαν σήμερα;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15΄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084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υπάρχει μέσα στο κουτί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359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υπολογιστικό σύστημα, η μητρική, η ΚΜΕ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88036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8437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Στον υπολογιστή σας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118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Φύλλο Εργασίας 1 — σε τρία επίπεδα, ο καθένας στον ρυθμό του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639312"/>
            <a:ext cx="457200" cy="457200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602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κρατάμε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877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Τρία πράγματα και μία απορία ο καθένας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ΑΦΟΡΜΗΣΗ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Πόσοι υπολογιστές σας άγγιξαν σήμερα;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ΤΕΡΑΣΤΙΟΙ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Υπερυπολογιστές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942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Πρόγνωση καιρού, έρευνα φαρμάκων. Χιλιάδες επεξεργαστές μαζί, σε ολόκληρες αίθουσες.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ΚΑΘΗΜΕΡΙΝΟΙ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Προσωπικοί &amp; φορητοί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24942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κουτί μπροστά σας. Και το κινητό σας, που είναι πιο δυνατό από τους υπολογιστές του 2005.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07608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8776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ΚΡΥΜΜΕΝΟΙ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Ενσωματωμένοι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24942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Πλυντήριο, αυτοκίνητο, ATM, ταμειακή, ρολόι, τηλεόραση. Υπολογιστές που δεν τους λέμε υπολογιστές.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" y="3703320"/>
            <a:ext cx="8174736" cy="868680"/>
          </a:xfrm>
          <a:prstGeom prst="roundRect">
            <a:avLst>
              <a:gd name="adj" fmla="val 8421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822192"/>
            <a:ext cx="7772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ερώτηση της βραδιάς: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τη στιγμή που ξυπνήσατε μέχρι τώρα, με πόσους υπολογιστές ήρθατε σε επαφή; Μετρήστε και τους κρυμμένους. Οι περισσότεροι λένε «δύο». Η πραγματική απάντηση είναι συνήθως πάνω από δέκα.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·  ΤΟ ΥΠΟΛΟΓΙΣΤΙΚΟ ΣΥΣΤΗΜΑ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Πάντα τα ίδια τέσσερα πράγματα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81328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45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Είσοδος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6888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Πληκτρολόγιο, ποντίκι, μικρόφωνο, κάμερα, οθόνη αφής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87752" y="1481328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645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46888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ΚΜΕ. Εδώ γίνονται οι πράξεις και οι αποφάσεις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90872" y="1481328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645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Έξοδος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46888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Οθόνη, ηχεία, εκτυπωτής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93992" y="1481328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64592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951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213969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Αποθήκευση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46888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Δίσκος, USB, νέφος — για να μείνει και αύριο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" y="3611880"/>
            <a:ext cx="8174736" cy="960120"/>
          </a:xfrm>
          <a:prstGeom prst="roundRect">
            <a:avLst>
              <a:gd name="adj" fmla="val 761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730752"/>
            <a:ext cx="7772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ίδιο ισχύει παντού.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ATM: εισάγετε κάρτα και PIN (είσοδος), ελέγχει το υπόλοιπο (επεξεργασία), βγάζει χαρτονόμισμα και απόδειξη (έξοδος), κρατάει την κίνηση (αποθήκευση). Ίδια τέσσερα βήματα, άλλο κουτί.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·  ΑΡΧΙΤΕΚΤΟΝΙΚΗ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σχέδιο του 1945 που κρατάει ακόμα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Τζον φον Νόιμαν περιγράφει μια μηχανή με ΚΜΕ, μνήμη και μονάδες εισόδου-εξόδου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μεγάλη ιδέα: το πρόγραμμα αποθηκεύεται στην ίδια μνήμη με τα δεδομένα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Γι' αυτό ο υπολογιστής αλλάζει δουλειά χωρίς να αλλάξει καλώδια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ενώνονται με διαύλους — τους «δρόμους» της μητρικής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E8F6FD"/>
          </a:solidFill>
          <a:ln w="12700">
            <a:solidFill>
              <a:srgbClr val="E8F6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547872"/>
            <a:ext cx="4261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μας νοιάζει το 1945;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το κινητό στην τσέπη σας ακολουθεί ακόμα αυτό το σχέδιο. Άλλαξε η ταχύτητα και το μέγεθος — όχι η ιδέα.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1572768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17739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7739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7739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6128" y="2048256"/>
            <a:ext cx="2862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ΕΙΣΟΔΟΣ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+----------+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ΚΜΕ    |&lt;--&gt; ΜΝΗΜΗ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+----------+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ΕΞΟΔΟΣ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·  Η ΜΗΤΡΙΚΗ ΚΑΡΤΑ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πλακέτα όπου κουμπώνουν όλα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Υποδοχή επεξεργαστή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Εκεί κάθεται η ΚΜΕ, κάτω από τον ανεμιστήρα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Θύρες μνήμης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μακρόστενες υποδοχές όπου μπαίνουν τα «φυσίγγια» RAM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Chipset και BIOS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«τροχονόμος» της πλακέτας και το προγραμματάκι που ξυπνάει τον υπολογιστή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Θύρες επέκτασης &amp; USB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Κάρτα γραφικών, δίσκοι, ποντίκι, στικάκια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BIOS είναι ο λόγος που ο υπολογιστής ξέρει τι να κάνει μόλις πατήσετε το κουμπί.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Βρίσκεται σε μνήμη που δεν σβήνει όταν κόβεται το ρεύμα — γι' αυτό λέγεται μη πτητική.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·  Η ΚΕΝΤΡΙΚΗ ΜΟΝΑΔΑ ΕΠΕΞΕΡΓΑΣΙΑΣ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Μέσα στην ΚΜΕ: τρία μέρη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Αριθμητική &amp; Λογική Μονάδα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942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Κάνει τις πράξεις: πρόσθεση, αφαίρεση, συγκρίσεις. «Είναι το 15 μεγαλύτερο από το 10;»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Μονάδα Ελέγχου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24942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διευθυντής. Αποφασίζει ποια εντολή εκτελείται πότε και ποιος παίρνει τι.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07608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8776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Καταχωρητές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24942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Μικροσκοπικά συρτάρια μέσα στην ΚΜΕ, για ό,τι χρειάζεται αυτή τη στιγμή. Ταχύτατοι.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" y="3749040"/>
            <a:ext cx="8174736" cy="822960"/>
          </a:xfrm>
          <a:prstGeom prst="roundRect">
            <a:avLst>
              <a:gd name="adj" fmla="val 8889"/>
            </a:avLst>
          </a:prstGeom>
          <a:solidFill>
            <a:srgbClr val="F1EDFE"/>
          </a:solidFill>
          <a:ln w="12700">
            <a:solidFill>
              <a:srgbClr val="F1ED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867912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εικόνα που βοηθάει: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ALU είναι ο μάγειρας, η Μονάδα Ελέγχου ο σεφ που φωνάζει τις παραγγελίες, και οι καταχωρητές ο πάγκος δίπλα στην εστία όπου ακουμπάει μόνο ό,τι μαγειρεύεται τώρα.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·  Ο ΚΥΚΛΟΣ ΛΕΙΤΟΥΡΓΙΑΣ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22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κύκλος των τεσσάρων βημάτων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8463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Πάρε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ΚΜΕ φέρνει την επόμενη εντολή από τη μνήμη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8775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1907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Αποκωδικοποίησε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Καταλαβαίνει τι ζητάει η εντολή και σε ποια δεδομένα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9087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71907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Εκτέλεσε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Κάνει την πράξη ή τη σύγκριση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9399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71907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951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Αποθήκευσε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Γράφει το αποτέλεσμα και πάει στην επόμενη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επεξεργαστής στα 3 GHz κάνει 3 δισεκατομμύρια κύκλους το δευτερόλεπτο.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Όσο διαβάζατε αυτή την πρόταση, έκανε περισσότερους κύκλους από τα δευτερόλεπτα που έχει ένας αιώνας.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·  ΤΙ ΣΗΜΑΙΝΟΥΝ ΤΑ ΝΟΥΜΕΡΑ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διαβάζεται μια αγγελία υπολογιστή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GHz — συχνότητα ρολογιού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Πόσοι κύκλοι το δευτερόλεπτο. Μεγαλύτερο συνήθως γρηγορότερο — αλλά όχι πάντα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Πυρήνες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Πόσοι «εργάτες» δουλεύουν μαζί. 4 πυρήνες = τέσσερις δουλειές ταυτόχρονα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ή 64 bit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μεγάλη «μπουκιά» δεδομένων πιάνει με τη μία. Σήμερα σχεδόν όλα 64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ή RISC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φιλοσοφίες εντολών. Ο υπολογιστής σας μάλλον CISC, το κινητό σας RISC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Γι' αυτό υπάρχουν τα benchmarks.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επεξεργαστές με ίδια GHz μπορεί να διαφέρουν κατά 50% σε πραγματική δουλειά. Σε λίγο θα μετρήσετε τον δικό σας.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ΤΩΡΑ ΣΤΟΝ ΥΠΟΛΟΓΙΣΤΗ ΣΑΣ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Φύλλο Εργασίας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υπολογιστής μου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1518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Ανοίγετε τις Πληροφορίες Συστήματος και καταγράφετε τα στοιχεία. Βήμα-βήμα, με τα πλήκτρα γραμμένα.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783080"/>
            <a:ext cx="402336" cy="40233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Ψάχνω στο διαδίκτυο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61518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Μετράτε τον επεξεργαστή σας και αποκωδικοποιείτε το όνομά του.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402336" cy="40233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544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61518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Υπολογισμοί, CISC vs RISC, και σύνθεση υπολογιστή με προϋπολογισμό.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Α το κάνουν όλοι.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Β και το Γ όποιος προλάβει — δεν είναι υποχρεωτικά και δεν βαθμολογούνται. Όποιος τελειώσει το Γ, βοηθάει τον διπλανό του: αυτός είναι ο καλύτερος τρόπος να σιγουρέψει ότι το κατάλαβε.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Υλικό Υπολογιστών — 1η ώρα</dc:title>
  <dc:subject>PptxGenJS Presentation</dc:subject>
  <dc:creator>Chris</dc:creator>
  <cp:lastModifiedBy>Chris</cp:lastModifiedBy>
  <cp:revision>1</cp:revision>
  <dcterms:created xsi:type="dcterms:W3CDTF">2026-09-16T09:12:18Z</dcterms:created>
  <dcterms:modified xsi:type="dcterms:W3CDTF">2026-09-16T09:12:18Z</dcterms:modified>
</cp:coreProperties>
</file>